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59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23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3CCB4-81F6-4B8E-86DF-0962454BF044}" type="datetimeFigureOut">
              <a:rPr kumimoji="1" lang="ja-JP" altLang="en-US" smtClean="0"/>
              <a:t>2025/12/27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0AF43-46B0-488F-BCAD-8BDB372EAD1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720546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3CCB4-81F6-4B8E-86DF-0962454BF044}" type="datetimeFigureOut">
              <a:rPr kumimoji="1" lang="ja-JP" altLang="en-US" smtClean="0"/>
              <a:t>2025/12/27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0AF43-46B0-488F-BCAD-8BDB372EAD1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701187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3CCB4-81F6-4B8E-86DF-0962454BF044}" type="datetimeFigureOut">
              <a:rPr kumimoji="1" lang="ja-JP" altLang="en-US" smtClean="0"/>
              <a:t>2025/12/27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0AF43-46B0-488F-BCAD-8BDB372EAD1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0926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3CCB4-81F6-4B8E-86DF-0962454BF044}" type="datetimeFigureOut">
              <a:rPr kumimoji="1" lang="ja-JP" altLang="en-US" smtClean="0"/>
              <a:t>2025/12/27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0AF43-46B0-488F-BCAD-8BDB372EAD1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927737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3CCB4-81F6-4B8E-86DF-0962454BF044}" type="datetimeFigureOut">
              <a:rPr kumimoji="1" lang="ja-JP" altLang="en-US" smtClean="0"/>
              <a:t>2025/12/27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0AF43-46B0-488F-BCAD-8BDB372EAD1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264222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3CCB4-81F6-4B8E-86DF-0962454BF044}" type="datetimeFigureOut">
              <a:rPr kumimoji="1" lang="ja-JP" altLang="en-US" smtClean="0"/>
              <a:t>2025/12/27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0AF43-46B0-488F-BCAD-8BDB372EAD1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716540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3CCB4-81F6-4B8E-86DF-0962454BF044}" type="datetimeFigureOut">
              <a:rPr kumimoji="1" lang="ja-JP" altLang="en-US" smtClean="0"/>
              <a:t>2025/12/27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0AF43-46B0-488F-BCAD-8BDB372EAD1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63631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3CCB4-81F6-4B8E-86DF-0962454BF044}" type="datetimeFigureOut">
              <a:rPr kumimoji="1" lang="ja-JP" altLang="en-US" smtClean="0"/>
              <a:t>2025/12/27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0AF43-46B0-488F-BCAD-8BDB372EAD1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300747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3CCB4-81F6-4B8E-86DF-0962454BF044}" type="datetimeFigureOut">
              <a:rPr kumimoji="1" lang="ja-JP" altLang="en-US" smtClean="0"/>
              <a:t>2025/12/27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0AF43-46B0-488F-BCAD-8BDB372EAD1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53943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3CCB4-81F6-4B8E-86DF-0962454BF044}" type="datetimeFigureOut">
              <a:rPr kumimoji="1" lang="ja-JP" altLang="en-US" smtClean="0"/>
              <a:t>2025/12/27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0AF43-46B0-488F-BCAD-8BDB372EAD1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628900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3CCB4-81F6-4B8E-86DF-0962454BF044}" type="datetimeFigureOut">
              <a:rPr kumimoji="1" lang="ja-JP" altLang="en-US" smtClean="0"/>
              <a:t>2025/12/27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0AF43-46B0-488F-BCAD-8BDB372EAD1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217660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E3CCB4-81F6-4B8E-86DF-0962454BF044}" type="datetimeFigureOut">
              <a:rPr kumimoji="1" lang="ja-JP" altLang="en-US" smtClean="0"/>
              <a:t>2025/12/27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10AF43-46B0-488F-BCAD-8BDB372EAD1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8598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kumimoji="1"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BA7DBC40-2447-8C2A-157A-30385263C422}"/>
              </a:ext>
            </a:extLst>
          </p:cNvPr>
          <p:cNvSpPr/>
          <p:nvPr/>
        </p:nvSpPr>
        <p:spPr>
          <a:xfrm>
            <a:off x="295564" y="184727"/>
            <a:ext cx="6271491" cy="692728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45C8A33-102A-287A-46CE-2B8A65046479}"/>
              </a:ext>
            </a:extLst>
          </p:cNvPr>
          <p:cNvSpPr txBox="1"/>
          <p:nvPr/>
        </p:nvSpPr>
        <p:spPr>
          <a:xfrm>
            <a:off x="387927" y="26785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タイトル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72701148-D1E5-6CC6-A461-C57E0FF70DB3}"/>
              </a:ext>
            </a:extLst>
          </p:cNvPr>
          <p:cNvSpPr/>
          <p:nvPr/>
        </p:nvSpPr>
        <p:spPr>
          <a:xfrm>
            <a:off x="293255" y="1085272"/>
            <a:ext cx="2043545" cy="4013202"/>
          </a:xfrm>
          <a:prstGeom prst="roundRect">
            <a:avLst>
              <a:gd name="adj" fmla="val 3235"/>
            </a:avLst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19291A4F-70B8-A0C3-00EC-9B5D6099EA03}"/>
              </a:ext>
            </a:extLst>
          </p:cNvPr>
          <p:cNvSpPr txBox="1"/>
          <p:nvPr/>
        </p:nvSpPr>
        <p:spPr>
          <a:xfrm>
            <a:off x="385617" y="1168399"/>
            <a:ext cx="16209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dirty="0"/>
              <a:t>現状の分析・課題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C31C7308-83F4-5519-9BC6-7645B62C695A}"/>
              </a:ext>
            </a:extLst>
          </p:cNvPr>
          <p:cNvSpPr/>
          <p:nvPr/>
        </p:nvSpPr>
        <p:spPr>
          <a:xfrm>
            <a:off x="2429162" y="1085271"/>
            <a:ext cx="4135583" cy="6350823"/>
          </a:xfrm>
          <a:prstGeom prst="roundRect">
            <a:avLst>
              <a:gd name="adj" fmla="val 3235"/>
            </a:avLst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02992835-FD02-64D6-28E6-328D9DE734EF}"/>
              </a:ext>
            </a:extLst>
          </p:cNvPr>
          <p:cNvSpPr txBox="1"/>
          <p:nvPr/>
        </p:nvSpPr>
        <p:spPr>
          <a:xfrm>
            <a:off x="2639290" y="1168399"/>
            <a:ext cx="13019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dirty="0"/>
              <a:t>ご提案プラン </a:t>
            </a: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A3F1A086-6585-BBC1-D1BF-B4FA578DAE4E}"/>
              </a:ext>
            </a:extLst>
          </p:cNvPr>
          <p:cNvSpPr/>
          <p:nvPr/>
        </p:nvSpPr>
        <p:spPr>
          <a:xfrm>
            <a:off x="4441392" y="4313381"/>
            <a:ext cx="2043545" cy="3031792"/>
          </a:xfrm>
          <a:prstGeom prst="roundRect">
            <a:avLst>
              <a:gd name="adj" fmla="val 3235"/>
            </a:avLst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791E04DE-BD77-A761-346B-37E1DE82FD61}"/>
              </a:ext>
            </a:extLst>
          </p:cNvPr>
          <p:cNvSpPr txBox="1"/>
          <p:nvPr/>
        </p:nvSpPr>
        <p:spPr>
          <a:xfrm>
            <a:off x="4562917" y="4382654"/>
            <a:ext cx="18004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dirty="0"/>
              <a:t>スケジュール・費用</a:t>
            </a:r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BAA468AE-0402-C57E-9A15-4CD1030E4083}"/>
              </a:ext>
            </a:extLst>
          </p:cNvPr>
          <p:cNvSpPr/>
          <p:nvPr/>
        </p:nvSpPr>
        <p:spPr>
          <a:xfrm>
            <a:off x="293255" y="5181601"/>
            <a:ext cx="2043545" cy="1052944"/>
          </a:xfrm>
          <a:prstGeom prst="roundRect">
            <a:avLst>
              <a:gd name="adj" fmla="val 3235"/>
            </a:avLst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A127C8CA-1F79-0580-A6BE-302363ECC7EB}"/>
              </a:ext>
            </a:extLst>
          </p:cNvPr>
          <p:cNvSpPr txBox="1"/>
          <p:nvPr/>
        </p:nvSpPr>
        <p:spPr>
          <a:xfrm>
            <a:off x="395876" y="5181601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1200" i="0" dirty="0">
                <a:effectLst/>
                <a:latin typeface="Noto Sans JP" panose="020B0200000000000000" pitchFamily="50" charset="-128"/>
                <a:ea typeface="Noto Sans JP" panose="020B0200000000000000" pitchFamily="50" charset="-128"/>
              </a:rPr>
              <a:t>目標設定</a:t>
            </a:r>
            <a:endParaRPr lang="zh-TW" altLang="en-US" sz="1200" i="0" dirty="0">
              <a:effectLst/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6" name="四角形: 角を丸くする 15">
            <a:extLst>
              <a:ext uri="{FF2B5EF4-FFF2-40B4-BE49-F238E27FC236}">
                <a16:creationId xmlns:a16="http://schemas.microsoft.com/office/drawing/2014/main" id="{0B31719D-3F91-2D12-6E49-BA92ABD8C725}"/>
              </a:ext>
            </a:extLst>
          </p:cNvPr>
          <p:cNvSpPr/>
          <p:nvPr/>
        </p:nvSpPr>
        <p:spPr>
          <a:xfrm>
            <a:off x="293255" y="6383151"/>
            <a:ext cx="2043545" cy="1052944"/>
          </a:xfrm>
          <a:prstGeom prst="roundRect">
            <a:avLst>
              <a:gd name="adj" fmla="val 3235"/>
            </a:avLst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D0E43831-2681-CA4D-EC5F-DB5A878D9A27}"/>
              </a:ext>
            </a:extLst>
          </p:cNvPr>
          <p:cNvSpPr txBox="1"/>
          <p:nvPr/>
        </p:nvSpPr>
        <p:spPr>
          <a:xfrm>
            <a:off x="395876" y="6383151"/>
            <a:ext cx="17203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1200" i="0" dirty="0">
                <a:effectLst/>
                <a:latin typeface="Noto Sans JP" panose="020B0200000000000000" pitchFamily="50" charset="-128"/>
                <a:ea typeface="Noto Sans JP" panose="020B0200000000000000" pitchFamily="50" charset="-128"/>
              </a:rPr>
              <a:t>先生からのメッセージ</a:t>
            </a:r>
            <a:endParaRPr lang="zh-TW" altLang="en-US" sz="1200" i="0" dirty="0">
              <a:effectLst/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8387C658-E0C6-3F40-F5DE-F4F0F3BA4BFF}"/>
              </a:ext>
            </a:extLst>
          </p:cNvPr>
          <p:cNvSpPr/>
          <p:nvPr/>
        </p:nvSpPr>
        <p:spPr>
          <a:xfrm>
            <a:off x="293255" y="7584701"/>
            <a:ext cx="6271490" cy="2136572"/>
          </a:xfrm>
          <a:prstGeom prst="roundRect">
            <a:avLst>
              <a:gd name="adj" fmla="val 3235"/>
            </a:avLst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10484146-8473-B158-9D50-6C020D84C0A8}"/>
              </a:ext>
            </a:extLst>
          </p:cNvPr>
          <p:cNvSpPr txBox="1"/>
          <p:nvPr/>
        </p:nvSpPr>
        <p:spPr>
          <a:xfrm>
            <a:off x="414780" y="7653974"/>
            <a:ext cx="55255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dirty="0"/>
              <a:t>合格へのロードマップ</a:t>
            </a:r>
          </a:p>
        </p:txBody>
      </p:sp>
    </p:spTree>
    <p:extLst>
      <p:ext uri="{BB962C8B-B14F-4D97-AF65-F5344CB8AC3E}">
        <p14:creationId xmlns:p14="http://schemas.microsoft.com/office/powerpoint/2010/main" val="28122298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</TotalTime>
  <Words>21</Words>
  <Application>Microsoft Office PowerPoint</Application>
  <PresentationFormat>A4 210 x 297 mm</PresentationFormat>
  <Paragraphs>7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Noto Sans JP</vt:lpstr>
      <vt:lpstr>Arial</vt:lpstr>
      <vt:lpstr>Calibri</vt:lpstr>
      <vt:lpstr>Calibri Light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bestone aizumi</dc:creator>
  <cp:lastModifiedBy>bestone aizumi</cp:lastModifiedBy>
  <cp:revision>1</cp:revision>
  <dcterms:created xsi:type="dcterms:W3CDTF">2025-12-27T04:58:28Z</dcterms:created>
  <dcterms:modified xsi:type="dcterms:W3CDTF">2025-12-27T05:13:17Z</dcterms:modified>
</cp:coreProperties>
</file>